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66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612" y="1144934"/>
            <a:ext cx="6962775" cy="45679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643" y="1697384"/>
            <a:ext cx="5710713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0" i="0" u="none">
                <a:solidFill>
                  <a:srgbClr val="0F172A"/>
                </a:solidFill>
                <a:latin typeface="Merriweather Black"/>
              </a:rPr>
              <a:t>Filsafat Sains dan</a:t>
            </a:r>
            <a:r>
              <a:t>
</a:t>
            </a:r>
            <a:r>
              <a:rPr sz="4800" b="0" i="0" u="none">
                <a:solidFill>
                  <a:srgbClr val="0F172A"/>
                </a:solidFill>
                <a:latin typeface="Merriweather Black"/>
              </a:rPr>
              <a:t> Pendidikan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76612" y="3350865"/>
            <a:ext cx="54387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Kuliah Pengantar &amp; Orientasi Mata Kuliah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6612" y="4097535"/>
            <a:ext cx="5438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EA580C"/>
                </a:solidFill>
                <a:latin typeface="Lato"/>
              </a:rPr>
              <a:t>Dr. Andi Muharni, S.Pd., M.Pd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76612" y="4545210"/>
            <a:ext cx="54387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64748B"/>
                </a:solidFill>
                <a:latin typeface="Lato"/>
              </a:rPr>
              <a:t>Prodi Pendidikan IPA FMIPA</a:t>
            </a:r>
            <a:r>
              <a:t>
</a:t>
            </a:r>
            <a:r>
              <a:rPr sz="1350" b="0" i="0" u="none">
                <a:solidFill>
                  <a:srgbClr val="64748B"/>
                </a:solidFill>
                <a:latin typeface="Lato"/>
              </a:rPr>
              <a:t> Universitas Negeri Makassar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28850"/>
            <a:ext cx="3492549" cy="3390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228850"/>
            <a:ext cx="3492549" cy="3390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228850"/>
            <a:ext cx="3492549" cy="3390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171825"/>
            <a:ext cx="167020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Kompetensi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657600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Memahami secara menyeluruh kompetensi utama yang akan dicapai mahasiswa selama mengikuti mata kuliah Filsafat Sains ini.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074" y="3171825"/>
            <a:ext cx="209026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Metode Belajar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65760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Mengetahui metode, strategi, dan bentuk pembelajaran yang akan diterapkan di kelas untuk menunjang partisipasi aktif.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3374" y="3171825"/>
            <a:ext cx="23402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Sistem Penilaian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65760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Memahami rancangan penugasan mandiri/kelompok, serta sistem penilaian komprehensif yang akan digunakan (UTS, UAS, dll).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62225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562225"/>
            <a:ext cx="33337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562225"/>
            <a:ext cx="28575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erriweather"/>
              </a:rPr>
              <a:t>Tujuan Pengantar Kuliah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43000"/>
            <a:ext cx="1104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Merriweather"/>
              </a:rPr>
              <a:t>Deskripsi Mata Kuliah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43000"/>
            <a:ext cx="528637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6210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Mata kuliah ini membekali mahasiswa dengan pemahaman mendalam tentang </a:t>
            </a:r>
            <a:r>
              <a:rPr sz="1650" b="1" i="0" u="none">
                <a:solidFill>
                  <a:srgbClr val="CBD5E1"/>
                </a:solidFill>
                <a:latin typeface="Lato"/>
              </a:rPr>
              <a:t>hakikat ilmu pengetahuan</a:t>
            </a:r>
            <a:r>
              <a:rPr sz="1650" b="0" i="0" u="none">
                <a:solidFill>
                  <a:srgbClr val="CBD5E1"/>
                </a:solidFill>
                <a:latin typeface="Lato"/>
              </a:rPr>
              <a:t>, khususnya dalam konteks IPA.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05707"/>
            <a:ext cx="3695700" cy="335160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Karakteristik &amp; Metode Ilmiah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83743"/>
            <a:ext cx="3695700" cy="335160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Aliran Filsafat Ilmu (Positivisme, dsb)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61779"/>
            <a:ext cx="3695700" cy="335160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Logika, Penalaran &amp; Etika Penelitian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239815"/>
            <a:ext cx="3695700" cy="335160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Implikasi terhadap Pendidikan IPA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67620"/>
            <a:ext cx="1809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45656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23692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01728"/>
            <a:ext cx="1809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062162"/>
          <a:ext cx="11049000" cy="372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485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Komponen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FFFFF"/>
                          </a:solidFill>
                          <a:latin typeface="Merriweather"/>
                        </a:rPr>
                        <a:t>Deskripsi dan Syarat Ketentuan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85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A580C"/>
                          </a:solidFill>
                          <a:latin typeface="Lato"/>
                        </a:rPr>
                        <a:t>Kehadiran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Lato"/>
                        </a:rPr>
                        <a:t>Mahasiswa wajib hadir minimal </a:t>
                      </a:r>
                      <a:r>
                        <a:rPr sz="1500" b="1" i="0" u="none">
                          <a:solidFill>
                            <a:srgbClr val="334155"/>
                          </a:solidFill>
                          <a:latin typeface="Lato"/>
                        </a:rPr>
                        <a:t>75% sampai 80%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Lato"/>
                        </a:rPr>
                        <a:t> dari total tatap muka atau pertemuan kuliah.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85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A580C"/>
                          </a:solidFill>
                          <a:latin typeface="Lato"/>
                        </a:rPr>
                        <a:t>Penugasan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Lato"/>
                        </a:rPr>
                        <a:t>Mencakup Tugas Mandiri dan Tugas Kelompok (contoh: pembuatan makalah presentasi).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85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A580C"/>
                          </a:solidFill>
                          <a:latin typeface="Lato"/>
                        </a:rPr>
                        <a:t>Partisipasi Aktif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Lato"/>
                        </a:rPr>
                        <a:t>Keaktifan di dalam kelas melalui kegiatan presentasi kelompok, diskusi, dan tanya jawab.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85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EA580C"/>
                          </a:solidFill>
                          <a:latin typeface="Lato"/>
                        </a:rPr>
                        <a:t>Ujian (UTS &amp; UAS)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Lato"/>
                        </a:rPr>
                        <a:t>Mahasiswa tidak diperkenankan mengikuti ujian jika absen melebihi batas toleransi yang ditetapkan.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339566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33750" y="3395662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409098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3750" y="4090987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78631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3750" y="4786312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erriweather"/>
              </a:rPr>
              <a:t>Kontrak Kuliah &amp; Sistem Penilaian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43000"/>
            <a:ext cx="1104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366962"/>
            <a:ext cx="1143000" cy="57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30654" y="2709862"/>
            <a:ext cx="5530691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0F172A"/>
                </a:solidFill>
                <a:latin typeface="Merriweather"/>
              </a:rPr>
              <a:t>Garis Besar Materi</a:t>
            </a:r>
            <a:r>
              <a:t>
</a:t>
            </a:r>
            <a:r>
              <a:rPr sz="4500" b="1" i="0" u="none">
                <a:solidFill>
                  <a:srgbClr val="0F172A"/>
                </a:solidFill>
                <a:latin typeface="Merriweather"/>
              </a:rPr>
              <a:t> 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8112" y="4329112"/>
            <a:ext cx="4295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Rencana Pembelajaran Semester (RPS) Filsafat Sains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81250"/>
            <a:ext cx="3492549" cy="3086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381250"/>
            <a:ext cx="3492549" cy="3086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381250"/>
            <a:ext cx="3492549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324225"/>
            <a:ext cx="213026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1.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81000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Perkembangan kehidupan, latar belakang kehadiran filsafat ilmu pengetahuan, serta pengertian, tujuan, dan implikasinya.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074" y="3324225"/>
            <a:ext cx="297037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2. Teori Pengetahuan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81000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Eksplorasi pengetahuan vs keyakinan, aliran empirisisme dan rasionalisme, serta dimensi kreatif dalam filsafat ilmu.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3374" y="3324225"/>
            <a:ext cx="206025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3. Metode Ilmu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81000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Membahas logika abduksi, deduksi, induksi, pembentukan hukum dan teori ilmiah, serta strategi pengembangan sains interdisiplin.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14625"/>
            <a:ext cx="428625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714625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714625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erriweather"/>
              </a:rPr>
              <a:t>Materi Kajian Bagian 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43000"/>
            <a:ext cx="1104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81175"/>
            <a:ext cx="528637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1600200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Lato"/>
              </a:rPr>
              <a:t>Sains, </a:t>
            </a:r>
            <a:r>
              <a:rPr sz="1500" b="1" i="0" u="none" dirty="0" err="1">
                <a:solidFill>
                  <a:srgbClr val="334155"/>
                </a:solidFill>
                <a:latin typeface="Lato"/>
              </a:rPr>
              <a:t>Teknologi</a:t>
            </a:r>
            <a:r>
              <a:rPr sz="1500" b="1" i="0" u="none" dirty="0">
                <a:solidFill>
                  <a:srgbClr val="334155"/>
                </a:solidFill>
                <a:latin typeface="Lato"/>
              </a:rPr>
              <a:t> &amp; Masyarakat: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Hubungan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ilmu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pengetahuan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dengan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1" u="none" dirty="0">
                <a:solidFill>
                  <a:srgbClr val="334155"/>
                </a:solidFill>
                <a:latin typeface="Lato"/>
              </a:rPr>
              <a:t>life world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keterkaitan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erat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filsafat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dengan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sains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533650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334155"/>
                </a:solidFill>
                <a:latin typeface="Lato"/>
              </a:rPr>
              <a:t>Hakikat</a:t>
            </a:r>
            <a:r>
              <a:rPr sz="1500" b="1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1" i="0" u="none" dirty="0" err="1">
                <a:solidFill>
                  <a:srgbClr val="334155"/>
                </a:solidFill>
                <a:latin typeface="Lato"/>
              </a:rPr>
              <a:t>Filsafat</a:t>
            </a:r>
            <a:r>
              <a:rPr sz="1500" b="1" i="0" u="none" dirty="0">
                <a:solidFill>
                  <a:srgbClr val="334155"/>
                </a:solidFill>
                <a:latin typeface="Lato"/>
              </a:rPr>
              <a:t> Sains: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Definisi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komprehensif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filsafat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sains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batasan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objek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kajian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,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serta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tujuan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Lato"/>
              </a:rPr>
              <a:t>filosofisnya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286125"/>
            <a:ext cx="5000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Sejarah Perkembangan: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Menelusuri jejak sains mulai masa Yunani Kuno, Abad Pertengahan, Revolusi Ilmiah, hingga sains era modern dan kontemporer.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81175"/>
            <a:ext cx="5286375" cy="428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61925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5270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305175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erriweather"/>
              </a:rPr>
              <a:t>Hakikat &amp; Sejarah Filsafat Sains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43000"/>
            <a:ext cx="1104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28850"/>
            <a:ext cx="3492549" cy="3390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228850"/>
            <a:ext cx="3492549" cy="3390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228850"/>
            <a:ext cx="3492549" cy="3390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171825"/>
            <a:ext cx="19502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Hakikat Sains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65760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Mengkaji karakteristik sains sebagai produk, proses, sikap, institusi sosial, hingga batas-batas jangkauan ilmu pengetahuan.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074" y="3171825"/>
            <a:ext cx="263032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Landasan Filosofis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65760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Membedah 4 pilar utama: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Ontologi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(objek),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Epistemologi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(cara/metode),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Logika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(penalaran), dan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Aksiologi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(nilai/etika).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3374" y="3171825"/>
            <a:ext cx="243030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Merriweather"/>
              </a:rPr>
              <a:t>Aliran Pemikiran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657600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Eksplorasi mazhab besar: Empirisme, Rasionalisme, Positivisme, Falsifikasionisme, Konstruktivisme, dan revolusi paradigma.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62225"/>
            <a:ext cx="333375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562225"/>
            <a:ext cx="4286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562225"/>
            <a:ext cx="333375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erriweather"/>
              </a:rPr>
              <a:t>Landasan &amp; Aliran Filsafat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43000"/>
            <a:ext cx="1104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57675"/>
            <a:ext cx="2430660" cy="187999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180" y="1954708"/>
            <a:ext cx="2430660" cy="1636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860" y="4257675"/>
            <a:ext cx="2430660" cy="1636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541" y="1954708"/>
            <a:ext cx="2430660" cy="16362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3895725"/>
            <a:ext cx="11049000" cy="57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759" y="4457700"/>
            <a:ext cx="213214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Merriweather"/>
              </a:rPr>
              <a:t>Observasi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819650"/>
            <a:ext cx="203061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Identifikasi permasalahan fenomena alam dan perumusan masalah secara kritis.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440" y="2154733"/>
            <a:ext cx="213214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Merriweather"/>
              </a:rPr>
              <a:t>Hipotesis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4205" y="2516683"/>
            <a:ext cx="203061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Penyusunan dugaan awal menggunakan kreativitas dan kajian literatur ilmiah.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20" y="4457700"/>
            <a:ext cx="213214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Merriweather"/>
              </a:rPr>
              <a:t>Data Analisis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885" y="4819650"/>
            <a:ext cx="203061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Pengumpulan fakta empiris dan analisis untuk verifikasi atau falsifikasi teori.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801" y="2154733"/>
            <a:ext cx="213214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Merriweather"/>
              </a:rPr>
              <a:t>Kesimpulan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9566" y="2516683"/>
            <a:ext cx="203061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Penarikan simpulan logis yang menjadi konsep, teori, atau hukum ilmiah baru.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253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4521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17891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90571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erriweather"/>
              </a:rPr>
              <a:t>Metode dan Penalaran Sains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43000"/>
            <a:ext cx="1104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28812"/>
            <a:ext cx="5286375" cy="3990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28812"/>
            <a:ext cx="5286375" cy="3990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319337"/>
            <a:ext cx="473059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Merriweather"/>
              </a:rPr>
              <a:t>Konsep Kebenaran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2025" y="2805112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4650" y="2319337"/>
            <a:ext cx="473059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Merriweather"/>
              </a:rPr>
              <a:t>Tokoh Filsafat Sains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4650" y="2805112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7775" y="2967037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Teori Kebenaran: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Korespondensi (kesesuaian fakta), Koherensi (konsistensi logis), Pragmatis (kegunaan).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4024312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Objektivitas: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Perbedaan mendasar antara fakta, konsep, teori, dan hukum ilmiah.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4776787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Dinamika: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Sifat ilmu pengetahuan yang berkembang dan dapat berubah (tentatif).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2967037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Era Klasik &amp; Modern: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Aristoteles, Francis Bacon, René Descartes.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3719512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Positivisme &amp; Falsifikasi: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Auguste Comte, Karl Popper.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4471987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Paradigma Baru: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Thomas S. Kuhn (Revolusi Ilmiah), Imre Lakatos, Paul Feyerabend.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9860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04336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79583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29860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73856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449103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A580C"/>
                </a:solidFill>
                <a:latin typeface="Lato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erriweather"/>
              </a:rPr>
              <a:t>Kebenaran Sains &amp; Tokoh Penggerak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43000"/>
            <a:ext cx="11049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Merriweather"/>
              </a:rPr>
              <a:t>Isu Kontemporer &amp; IPA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43000"/>
            <a:ext cx="528637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62100"/>
            <a:ext cx="327040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Merriweather"/>
              </a:rPr>
              <a:t>Filsafat Pendidikan IPA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00250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Lato"/>
              </a:rPr>
              <a:t>Penerapan sains sebagai inkuiri, membangun pemikiran kritis, dan peran guru dalam menanamkan hakikat sains.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86955"/>
            <a:ext cx="35304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Merriweather"/>
              </a:rPr>
              <a:t>Tantangan Sains Modern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25105"/>
            <a:ext cx="4286250" cy="33516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Dampak lingkungan dan etika teknologi.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655516"/>
            <a:ext cx="4286250" cy="33516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Navigasi misinformasi dan hoaks ilmiah.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085927"/>
            <a:ext cx="4286250" cy="33516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Sains, Kecerdasan Buatan (AI), &amp; Era Digital.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87017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17428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47839"/>
            <a:ext cx="1809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75" y="256788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EA580C"/>
                </a:solidFill>
                <a:latin typeface="Merriweather"/>
              </a:rPr>
              <a:t>Sesi Diskusi &amp;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653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Lato</vt:lpstr>
      <vt:lpstr>Merriweather</vt:lpstr>
      <vt:lpstr>Merriweather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nur ikhsan</cp:lastModifiedBy>
  <cp:revision>2</cp:revision>
  <dcterms:created xsi:type="dcterms:W3CDTF">2013-01-27T09:14:16Z</dcterms:created>
  <dcterms:modified xsi:type="dcterms:W3CDTF">2026-08-20T08:54:58Z</dcterms:modified>
  <cp:category/>
</cp:coreProperties>
</file>